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994A"/>
                </a:solidFill>
                <a:latin typeface="Aptos"/>
              </a:defRPr>
            </a:pPr>
            <a: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6583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4F7FA"/>
                </a:solidFill>
                <a:latin typeface="Aptos Display"/>
              </a:defRPr>
            </a:pPr>
            <a:r>
              <a:t>Support AI Ticket</a:t>
            </a:r>
            <a:br/>
            <a:r>
              <a:t>Management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61488"/>
            <a:ext cx="6400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5C2"/>
                </a:solidFill>
                <a:latin typeface="Aptos"/>
              </a:defRPr>
            </a:pPr>
            <a:r>
              <a:t>AI-powered internal support desk for ticket raising, tracking and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30752"/>
            <a:ext cx="100584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25D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790188"/>
            <a:ext cx="10058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" y="3730752"/>
            <a:ext cx="109728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4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" y="3790188"/>
            <a:ext cx="10972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AI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3730752"/>
            <a:ext cx="114300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3790188"/>
            <a:ext cx="11430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TICKETING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3730752"/>
            <a:ext cx="123444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5B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790188"/>
            <a:ext cx="12344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48840"/>
            <a:ext cx="2468880" cy="91440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25D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697480"/>
            <a:ext cx="2249424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Local LLM inference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703320"/>
            <a:ext cx="3474720" cy="91440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3886200"/>
            <a:ext cx="32918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AI SUPPORT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7" y="4251959"/>
            <a:ext cx="3255263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User issue → response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64040" y="3090672"/>
            <a:ext cx="0" cy="566928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480060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A6B5C2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13892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4F7FA"/>
                </a:solidFill>
                <a:latin typeface="Aptos"/>
              </a:defRPr>
            </a:pPr>
            <a:r>
              <a:t>Leela Lakshmi Sai Ram Nakka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53212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6B5C2"/>
                </a:solidFill>
                <a:latin typeface="Aptos"/>
              </a:defRPr>
            </a:pPr>
            <a:r>
              <a:t>B.Tech — Electronics &amp; Communication Engineering</a:t>
            </a:r>
            <a:br/>
            <a:r>
              <a:t>Vishnu Institute of Technology  •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01 •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4F7FA"/>
                </a:solidFill>
                <a:latin typeface="Aptos"/>
              </a:defRPr>
            </a:pPr>
            <a:r>
              <a:t>A support team can become overloaded when every small hardware, credential or software issue requires a formal ticket.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31720"/>
            <a:ext cx="3429000" cy="150876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331720"/>
            <a:ext cx="50292" cy="1508760"/>
          </a:xfrm>
          <a:prstGeom prst="rect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532888"/>
            <a:ext cx="438912" cy="438912"/>
          </a:xfrm>
          <a:prstGeom prst="ellipse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60603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2532888"/>
            <a:ext cx="2478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Ticket overload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990087"/>
            <a:ext cx="302666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Routine issues inflate the support queue.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331720"/>
            <a:ext cx="3429000" cy="150876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331720"/>
            <a:ext cx="50292" cy="1508760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0288" y="2532888"/>
            <a:ext cx="438912" cy="438912"/>
          </a:xfrm>
          <a:prstGeom prst="ellipse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260603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532888"/>
            <a:ext cx="2478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Delayed 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990087"/>
            <a:ext cx="302666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Support staff spend time on low-complexity requests.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331720"/>
            <a:ext cx="3429000" cy="150876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2331720"/>
            <a:ext cx="50292" cy="150876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93608" y="2532888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260603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532888"/>
            <a:ext cx="2478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Limited self-service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990087"/>
            <a:ext cx="302666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Employees need immediate guidance before raising a ticket.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3434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PROJECT 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54880"/>
            <a:ext cx="1920240" cy="73152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4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3776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EMPLOYEE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303520"/>
            <a:ext cx="1700784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Describes issue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24912" y="5120640"/>
            <a:ext cx="1005840" cy="0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776472" y="4754880"/>
            <a:ext cx="1920240" cy="73152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25D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7911" y="493776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OLLAMA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5303520"/>
            <a:ext cx="1700784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Conversational help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69864" y="5120640"/>
            <a:ext cx="1005840" cy="0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21424" y="4754880"/>
            <a:ext cx="1920240" cy="73152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5B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12864" y="493776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5303520"/>
            <a:ext cx="1700784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Self-service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14816" y="5120640"/>
            <a:ext cx="1005840" cy="0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66376" y="4754880"/>
            <a:ext cx="1600200" cy="73152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57815" y="493776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TICKET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6103" y="5303520"/>
            <a:ext cx="1380744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Human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02 •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00200"/>
            <a:ext cx="50292" cy="155448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801368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87451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180136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Secure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25856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Sign-up and sign-in for verified employees.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0020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600200"/>
            <a:ext cx="50292" cy="155448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0288" y="1801368"/>
            <a:ext cx="438912" cy="438912"/>
          </a:xfrm>
          <a:prstGeom prst="ellipse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87451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180136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Live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25856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Total, open, in-progress and resolved ticket 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60020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600200"/>
            <a:ext cx="50292" cy="1554480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93608" y="1801368"/>
            <a:ext cx="438912" cy="438912"/>
          </a:xfrm>
          <a:prstGeom prst="ellipse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187451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180136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Structured tickets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25856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Department, subject and priority classification.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56616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566160"/>
            <a:ext cx="50292" cy="1554480"/>
          </a:xfrm>
          <a:prstGeom prst="rect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6968" y="3767328"/>
            <a:ext cx="438912" cy="438912"/>
          </a:xfrm>
          <a:prstGeom prst="ellipse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84048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5" y="376732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Searchable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22452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Filter and search tickets across the team.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56616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566160"/>
            <a:ext cx="50292" cy="155448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0288" y="3767328"/>
            <a:ext cx="438912" cy="438912"/>
          </a:xfrm>
          <a:prstGeom prst="ellipse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288" y="384048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376732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AI self-service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422452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Answer common support questions in chat.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356616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3566160"/>
            <a:ext cx="50292" cy="155448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93608" y="3767328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8" y="384048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0536" y="376732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Responsive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8" y="422452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Consistent experience with light/dark mode support.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56692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FF994A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623560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4F7FA"/>
                </a:solidFill>
                <a:latin typeface="Aptos"/>
              </a:defRPr>
            </a:pPr>
            <a:r>
              <a:t>Self-service first → formal ticket when intervention is actually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03 •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End-to-end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530352" cy="530352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4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474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77440"/>
            <a:ext cx="310896" cy="-82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51460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4F7FA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85292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A6B5C2"/>
                </a:solidFill>
                <a:latin typeface="Aptos"/>
              </a:defRPr>
            </a:pPr>
            <a:r>
              <a:t>Verified identity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07592" y="2093976"/>
            <a:ext cx="1517904" cy="0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44368" y="1828800"/>
            <a:ext cx="530352" cy="530352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25D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011680"/>
            <a:ext cx="3474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377440"/>
            <a:ext cx="310896" cy="-82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251460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4F7F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1216" y="285292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A6B5C2"/>
                </a:solidFill>
                <a:latin typeface="Aptos"/>
              </a:defRPr>
            </a:pPr>
            <a:r>
              <a:t>Live ticket state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66160" y="2093976"/>
            <a:ext cx="1517904" cy="0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02936" y="1828800"/>
            <a:ext cx="530352" cy="530352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4376" y="2011680"/>
            <a:ext cx="3474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2377440"/>
            <a:ext cx="310896" cy="-82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OLLAMA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251460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4F7FA"/>
                </a:solidFill>
                <a:latin typeface="Aptos"/>
              </a:defRPr>
            </a:pPr>
            <a:r>
              <a:t>OLLAMA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285292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A6B5C2"/>
                </a:solidFill>
                <a:latin typeface="Aptos"/>
              </a:defRPr>
            </a:pPr>
            <a:r>
              <a:t>Instant guidance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24728" y="2093976"/>
            <a:ext cx="1517904" cy="0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61504" y="1828800"/>
            <a:ext cx="530352" cy="530352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2011680"/>
            <a:ext cx="3474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2377440"/>
            <a:ext cx="310896" cy="-82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RAISE TICKET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251460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4F7FA"/>
                </a:solidFill>
                <a:latin typeface="Aptos"/>
              </a:defRPr>
            </a:pPr>
            <a:r>
              <a:t>RAISE TICKET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85292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A6B5C2"/>
                </a:solidFill>
                <a:latin typeface="Aptos"/>
              </a:defRPr>
            </a:pPr>
            <a:r>
              <a:t>Only if needed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83296" y="2093976"/>
            <a:ext cx="1517904" cy="0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20072" y="1828800"/>
            <a:ext cx="530352" cy="530352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5B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1512" y="2011680"/>
            <a:ext cx="3474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377440"/>
            <a:ext cx="310896" cy="-82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51460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4F7FA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85292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A6B5C2"/>
                </a:solidFill>
                <a:latin typeface="Aptos"/>
              </a:defRPr>
            </a:pPr>
            <a:r>
              <a:t>Search + 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977639"/>
            <a:ext cx="3383280" cy="12344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977639"/>
            <a:ext cx="50292" cy="123444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2688" y="4178807"/>
            <a:ext cx="438912" cy="438912"/>
          </a:xfrm>
          <a:prstGeom prst="ellipse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425195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9616" y="4178807"/>
            <a:ext cx="2432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AI 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4636007"/>
            <a:ext cx="2980944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Ask a question → receive conversational troubleshooting guidance.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07408" y="3977639"/>
            <a:ext cx="3383280" cy="12344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07408" y="3977639"/>
            <a:ext cx="50292" cy="1234440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08576" y="4178807"/>
            <a:ext cx="438912" cy="438912"/>
          </a:xfrm>
          <a:prstGeom prst="ellipse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576" y="425195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TK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75504" y="4178807"/>
            <a:ext cx="2432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Ticket path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8576" y="4636007"/>
            <a:ext cx="2980944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Capture issue details → support team tracks lifecycle.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83296" y="3977639"/>
            <a:ext cx="3383280" cy="12344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83296" y="3977639"/>
            <a:ext cx="50292" cy="1234440"/>
          </a:xfrm>
          <a:prstGeom prst="rect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284464" y="4178807"/>
            <a:ext cx="438912" cy="438912"/>
          </a:xfrm>
          <a:prstGeom prst="ellipse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4464" y="425195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51392" y="4178807"/>
            <a:ext cx="2432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Operations path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4464" y="4636007"/>
            <a:ext cx="2980944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Search/filter queue → focus attention where it matters.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04 • TECHNICAL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6B5C2"/>
                </a:solidFill>
                <a:latin typeface="Aptos"/>
              </a:defRPr>
            </a:pPr>
            <a:r>
              <a:t>The application is organized as a modular support platform with an AI layer connected to the user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USER /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86000"/>
            <a:ext cx="2743200" cy="91440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4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834640"/>
            <a:ext cx="2523744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Dashboard • Tickets •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286000"/>
            <a:ext cx="2194560" cy="91440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79" y="2468880"/>
            <a:ext cx="20116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834640"/>
            <a:ext cx="1975104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Sign-up / Sign-in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286000"/>
            <a:ext cx="2286000" cy="91440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25D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4688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AI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834640"/>
            <a:ext cx="2066543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Ollama-powered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2286000"/>
            <a:ext cx="2057400" cy="91440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5B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468880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TICKET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834640"/>
            <a:ext cx="1837943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Raise / Search /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SERVICE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4023360"/>
            <a:ext cx="2834640" cy="91440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4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420624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REST-STYLE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4572000"/>
            <a:ext cx="2615184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Auth + Ticket CRUD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834640" cy="914400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25D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OLLAMA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572000"/>
            <a:ext cx="2615184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Local model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5623560"/>
            <a:ext cx="2926080" cy="566928"/>
          </a:xfrm>
          <a:prstGeom prst="roundRect">
            <a:avLst/>
          </a:prstGeom>
          <a:solidFill>
            <a:srgbClr val="161E27"/>
          </a:solidFill>
          <a:ln w="16510">
            <a:solidFill>
              <a:srgbClr val="5B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58064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4F7FA"/>
                </a:solidFill>
                <a:latin typeface="Aptos"/>
              </a:defRPr>
            </a:pPr>
            <a:r>
              <a:t>PERSISTENT DATA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6172200"/>
            <a:ext cx="2706624" cy="-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0">
                <a:solidFill>
                  <a:srgbClr val="A6B5C2"/>
                </a:solidFill>
                <a:latin typeface="Aptos"/>
              </a:defRPr>
            </a:pPr>
            <a:r>
              <a:t>Accounts + ticket queue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48840" y="3218688"/>
            <a:ext cx="822960" cy="758951"/>
          </a:xfrm>
          <a:prstGeom prst="line">
            <a:avLst/>
          </a:prstGeom>
          <a:ln w="2032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251960" y="3218688"/>
            <a:ext cx="822960" cy="758951"/>
          </a:xfrm>
          <a:prstGeom prst="line">
            <a:avLst/>
          </a:prstGeom>
          <a:ln w="2032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72400" y="3218688"/>
            <a:ext cx="45720" cy="758951"/>
          </a:xfrm>
          <a:prstGeom prst="line">
            <a:avLst/>
          </a:prstGeom>
          <a:ln w="2032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818120" y="3218688"/>
            <a:ext cx="2514600" cy="758951"/>
          </a:xfrm>
          <a:prstGeom prst="line">
            <a:avLst/>
          </a:prstGeom>
          <a:ln w="20320">
            <a:solidFill>
              <a:srgbClr val="35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389120" y="4956048"/>
            <a:ext cx="1188720" cy="603504"/>
          </a:xfrm>
          <a:prstGeom prst="line">
            <a:avLst/>
          </a:prstGeom>
          <a:ln w="20320">
            <a:solidFill>
              <a:srgbClr val="5BD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943600" y="4956048"/>
            <a:ext cx="1874520" cy="603504"/>
          </a:xfrm>
          <a:prstGeom prst="line">
            <a:avLst/>
          </a:prstGeom>
          <a:ln w="20320">
            <a:solidFill>
              <a:srgbClr val="25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05 •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554480"/>
            <a:ext cx="50292" cy="155448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755648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82880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175564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21284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Single-page responsive interface</a:t>
            </a:r>
            <a:br/>
            <a:r>
              <a:t>Collapsible sidebar</a:t>
            </a:r>
            <a:br/>
            <a:r>
              <a:t>Light / dark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55448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554480"/>
            <a:ext cx="50292" cy="1554480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0288" y="1755648"/>
            <a:ext cx="438912" cy="438912"/>
          </a:xfrm>
          <a:prstGeom prst="ellipse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82880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175564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21284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REST-style service</a:t>
            </a:r>
            <a:br/>
            <a:r>
              <a:t>Authentication</a:t>
            </a:r>
            <a:br/>
            <a:r>
              <a:t>Ticket CRUD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554480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554480"/>
            <a:ext cx="50292" cy="1554480"/>
          </a:xfrm>
          <a:prstGeom prst="rect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93608" y="1755648"/>
            <a:ext cx="438912" cy="438912"/>
          </a:xfrm>
          <a:prstGeom prst="ellipse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182880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175564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212848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Persistent accounts</a:t>
            </a:r>
            <a:br/>
            <a:r>
              <a:t>Shared ticket queue</a:t>
            </a:r>
            <a:br/>
            <a:r>
              <a:t>Search / filtering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520439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520439"/>
            <a:ext cx="50292" cy="155448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6968" y="3721607"/>
            <a:ext cx="438912" cy="438912"/>
          </a:xfrm>
          <a:prstGeom prst="ellipse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79475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5" y="3721607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178807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Local LLM integration</a:t>
            </a:r>
            <a:br/>
            <a:r>
              <a:t>Conversational support</a:t>
            </a:r>
            <a:br/>
            <a:r>
              <a:t>AI-assisted troubleshooting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520439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520439"/>
            <a:ext cx="50292" cy="1554480"/>
          </a:xfrm>
          <a:prstGeom prst="rect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0288" y="3721607"/>
            <a:ext cx="438912" cy="438912"/>
          </a:xfrm>
          <a:prstGeom prst="ellipse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288" y="379475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3721607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4178807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Verified employee identity</a:t>
            </a:r>
            <a:br/>
            <a:r>
              <a:t>Protected support desk</a:t>
            </a:r>
            <a:br/>
            <a:r>
              <a:t>Identity-linked activity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3520439"/>
            <a:ext cx="3337560" cy="1554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3520439"/>
            <a:ext cx="50292" cy="155448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93608" y="3721607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8" y="379475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0536" y="3721607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8" y="4178807"/>
            <a:ext cx="29352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Responsive layout</a:t>
            </a:r>
            <a:br/>
            <a:r>
              <a:t>Consistent modules</a:t>
            </a:r>
            <a:br/>
            <a:r>
              <a:t>Support-focused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669280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994A"/>
                </a:solidFill>
                <a:latin typeface="Aptos"/>
              </a:defRPr>
            </a:pPr>
            <a:r>
              <a:t>Important update: this presentation uses OLLAMA as the project's AI technology — not Google Gemini.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06 • PRODUCT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Application walkthrough — access &amp;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6B5C2"/>
                </a:solidFill>
                <a:latin typeface="Aptos"/>
              </a:defRPr>
            </a:pPr>
            <a:r>
              <a:t>Authentication connects the employee identity to tickets and AI-agent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CREATE ACCOUNT</a:t>
            </a:r>
          </a:p>
        </p:txBody>
      </p:sp>
      <p:pic>
        <p:nvPicPr>
          <p:cNvPr id="12" name="Picture 11" descr="report_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2331720" cy="3246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37560" y="181051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FF994A"/>
                </a:solidFill>
                <a:latin typeface="Aptos"/>
              </a:defRPr>
            </a:pPr>
            <a:r>
              <a:t>SIGN IN</a:t>
            </a:r>
          </a:p>
        </p:txBody>
      </p:sp>
      <p:pic>
        <p:nvPicPr>
          <p:cNvPr id="14" name="Picture 13" descr="report_imag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057400"/>
            <a:ext cx="2331720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97880" y="1810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499CFF"/>
                </a:solidFill>
                <a:latin typeface="Aptos"/>
              </a:defRPr>
            </a:pPr>
            <a:r>
              <a:t>SUPPORT OVERVIEW</a:t>
            </a:r>
          </a:p>
        </p:txBody>
      </p:sp>
      <p:pic>
        <p:nvPicPr>
          <p:cNvPr id="16" name="Picture 15" descr="report_image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057400"/>
            <a:ext cx="5486400" cy="3246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5486400"/>
            <a:ext cx="10561320" cy="6400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486400"/>
            <a:ext cx="50292" cy="64008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5687568"/>
            <a:ext cx="438912" cy="438912"/>
          </a:xfrm>
          <a:prstGeom prst="ellipse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76072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5687568"/>
            <a:ext cx="96103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6144768"/>
            <a:ext cx="10158984" cy="-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Live ticket counts, recent tickets and quick actions to use the AI Agent or raise a ticket.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07 • AI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Ollama AI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A"/>
                </a:solidFill>
                <a:latin typeface="Aptos"/>
              </a:defRPr>
            </a:pPr>
            <a:r>
              <a:t>The AI Agent provides conversational support for hardware, credential and operational questions using an Ollama model.</a:t>
            </a:r>
          </a:p>
        </p:txBody>
      </p:sp>
      <p:pic>
        <p:nvPicPr>
          <p:cNvPr id="11" name="Picture 10" descr="report_im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6629400" cy="39776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35240" y="1965960"/>
            <a:ext cx="3703320" cy="91440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965960"/>
            <a:ext cx="50292" cy="9144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36408" y="2167128"/>
            <a:ext cx="438912" cy="438912"/>
          </a:xfrm>
          <a:prstGeom prst="ellipse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24027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167128"/>
            <a:ext cx="27523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Local AI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624328"/>
            <a:ext cx="3300984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Ollama runs the selected language model locally.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108960"/>
            <a:ext cx="3703320" cy="91440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108960"/>
            <a:ext cx="50292" cy="91440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36408" y="3310128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8" y="338327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3310128"/>
            <a:ext cx="27523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Natural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3767328"/>
            <a:ext cx="3300984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Users describe issues in normal conversational language.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251960"/>
            <a:ext cx="3703320" cy="91440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251960"/>
            <a:ext cx="50292" cy="914400"/>
          </a:xfrm>
          <a:prstGeom prst="rect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36408" y="4453128"/>
            <a:ext cx="438912" cy="438912"/>
          </a:xfrm>
          <a:prstGeom prst="ellipse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452628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4453128"/>
            <a:ext cx="27523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Self-service 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910328"/>
            <a:ext cx="3300984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AI guidance can resolve routine issues before ticket creation.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5559552"/>
            <a:ext cx="333756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5618988"/>
            <a:ext cx="33375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OLLAMA → MODEL →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08 • CORE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Ticket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0" name="Picture 9" descr="report_im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704088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16002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TRACKED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141732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4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071116"/>
            <a:ext cx="14173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Ticket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011680"/>
            <a:ext cx="141732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25D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071116"/>
            <a:ext cx="14173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Employee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697480"/>
            <a:ext cx="141732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756916"/>
            <a:ext cx="14173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697480"/>
            <a:ext cx="141732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4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756916"/>
            <a:ext cx="14173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383280"/>
            <a:ext cx="141732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442716"/>
            <a:ext cx="14173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3383280"/>
            <a:ext cx="141732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5B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3442716"/>
            <a:ext cx="14173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069080"/>
            <a:ext cx="141732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128516"/>
            <a:ext cx="14173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7091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QUEUE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04748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4F7FA"/>
                </a:solidFill>
                <a:latin typeface="Aptos"/>
              </a:defRPr>
            </a:pPr>
            <a:r>
              <a:t>•  Newest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321807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4F7FA"/>
                </a:solidFill>
                <a:latin typeface="Aptos"/>
              </a:defRPr>
            </a:pPr>
            <a:r>
              <a:t>•  Search by title / employee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596127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4F7FA"/>
                </a:solidFill>
                <a:latin typeface="Aptos"/>
              </a:defRPr>
            </a:pPr>
            <a:r>
              <a:t>•  Filter by department /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87044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4F7FA"/>
                </a:solidFill>
                <a:latin typeface="Aptos"/>
              </a:defRPr>
            </a:pPr>
            <a:r>
              <a:t>•  Centralized team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09 • PRODUCT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Feature map &amp; user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3337560" cy="14630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00200"/>
            <a:ext cx="50292" cy="146304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801368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87451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180136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258568"/>
            <a:ext cx="293522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Live ticket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00200"/>
            <a:ext cx="3337560" cy="14630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600200"/>
            <a:ext cx="50292" cy="1463040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0288" y="1801368"/>
            <a:ext cx="438912" cy="438912"/>
          </a:xfrm>
          <a:prstGeom prst="ellipse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87451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180136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Raise Ticket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258568"/>
            <a:ext cx="293522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Department + subject + priority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600200"/>
            <a:ext cx="3337560" cy="14630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600200"/>
            <a:ext cx="50292" cy="1463040"/>
          </a:xfrm>
          <a:prstGeom prst="rect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93608" y="1801368"/>
            <a:ext cx="438912" cy="438912"/>
          </a:xfrm>
          <a:prstGeom prst="ellipse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187451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1801368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Open Tickets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258568"/>
            <a:ext cx="293522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Search + filters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474720"/>
            <a:ext cx="3337560" cy="14630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474720"/>
            <a:ext cx="50292" cy="146304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6968" y="3675887"/>
            <a:ext cx="438912" cy="438912"/>
          </a:xfrm>
          <a:prstGeom prst="ellipse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74903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5" y="3675887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AI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133087"/>
            <a:ext cx="293522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Ollama conversational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474720"/>
            <a:ext cx="3337560" cy="14630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474720"/>
            <a:ext cx="50292" cy="146304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0288" y="3675887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288" y="374903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3675887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About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4133087"/>
            <a:ext cx="293522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Project information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3474720"/>
            <a:ext cx="3337560" cy="146304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3474720"/>
            <a:ext cx="50292" cy="1463040"/>
          </a:xfrm>
          <a:prstGeom prst="rect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93608" y="3675887"/>
            <a:ext cx="438912" cy="438912"/>
          </a:xfrm>
          <a:prstGeom prst="ellipse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8" y="3749039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0536" y="3675887"/>
            <a:ext cx="2386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Settings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8" y="4133087"/>
            <a:ext cx="293522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Application controls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577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4F7FA"/>
                </a:solidFill>
                <a:latin typeface="Aptos"/>
              </a:defRPr>
            </a:pPr>
            <a:r>
              <a:t>Persistent sidebar  •  Responsive single-page UI  •  Light/dark mode  •  Consistent navigation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5D3B3"/>
                </a:solidFill>
                <a:latin typeface="Aptos"/>
              </a:defRPr>
            </a:pPr>
            <a:r>
              <a:t>10 • RESULTS +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4F7FA"/>
                </a:solidFill>
                <a:latin typeface="Aptos Display"/>
              </a:defRPr>
            </a:pPr>
            <a:r>
              <a:t>Outcome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61872"/>
            <a:ext cx="960120" cy="41148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2606040" cy="150876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554480"/>
            <a:ext cx="50292" cy="150876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755648"/>
            <a:ext cx="438912" cy="438912"/>
          </a:xfrm>
          <a:prstGeom prst="ellipse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82880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1755648"/>
            <a:ext cx="16550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212848"/>
            <a:ext cx="220370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Secure support desk with ticket lifecycle tracking and AI-assisted troubleshooting.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554480"/>
            <a:ext cx="2606040" cy="150876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554480"/>
            <a:ext cx="50292" cy="1508760"/>
          </a:xfrm>
          <a:prstGeom prst="rect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21608" y="1755648"/>
            <a:ext cx="438912" cy="438912"/>
          </a:xfrm>
          <a:prstGeom prst="ellipse">
            <a:avLst/>
          </a:prstGeom>
          <a:solidFill>
            <a:srgbClr val="49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82880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1755648"/>
            <a:ext cx="16550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Self-service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2212848"/>
            <a:ext cx="220370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Users can attempt AI-based resolution before creating a ticket.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554480"/>
            <a:ext cx="2606040" cy="150876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554480"/>
            <a:ext cx="50292" cy="1508760"/>
          </a:xfrm>
          <a:prstGeom prst="rect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6248" y="1755648"/>
            <a:ext cx="438912" cy="438912"/>
          </a:xfrm>
          <a:prstGeom prst="ellipse">
            <a:avLst/>
          </a:prstGeom>
          <a:solidFill>
            <a:srgbClr val="5B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182880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1755648"/>
            <a:ext cx="16550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212848"/>
            <a:ext cx="220370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Support staff get a centralized, filterable ticket queue.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1554480"/>
            <a:ext cx="2331720" cy="150876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554480"/>
            <a:ext cx="50292" cy="1508760"/>
          </a:xfrm>
          <a:prstGeom prst="rect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90888" y="1755648"/>
            <a:ext cx="438912" cy="438912"/>
          </a:xfrm>
          <a:prstGeom prst="ellipse">
            <a:avLst/>
          </a:prstGeom>
          <a:solidFill>
            <a:srgbClr val="F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182880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C111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1755648"/>
            <a:ext cx="13807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4F7FA"/>
                </a:solidFill>
                <a:latin typeface="Aptos"/>
              </a:defRPr>
            </a:pPr>
            <a:r>
              <a:t>Responsive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2212848"/>
            <a:ext cx="192938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A6B5C2"/>
                </a:solidFill>
                <a:latin typeface="Aptos"/>
              </a:defRPr>
            </a:pPr>
            <a:r>
              <a:t>Consistent experience with dark-mode support.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FF994A"/>
                </a:solidFill>
                <a:latin typeface="Aptos"/>
              </a:defRPr>
            </a:pPr>
            <a:r>
              <a:t>FUTURE EXTENSIONS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069080"/>
            <a:ext cx="493776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4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128516"/>
            <a:ext cx="4937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Automated ticket triage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069080"/>
            <a:ext cx="493776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25D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4128516"/>
            <a:ext cx="4937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AI priority suggestions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983480"/>
            <a:ext cx="493776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5B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042916"/>
            <a:ext cx="4937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Recurring issue analytics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983480"/>
            <a:ext cx="493776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042916"/>
            <a:ext cx="4937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Smarter support insights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A6B5C2"/>
                </a:solidFill>
                <a:latin typeface="Aptos"/>
              </a:defRPr>
            </a:pPr>
            <a:r>
              <a:t>The modular architecture makes future AI automation and analytics straightforward to add.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4F7F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5D3B3"/>
                </a:solidFill>
                <a:latin typeface="Aptos"/>
              </a:defRPr>
            </a:pPr>
            <a:r>
              <a:t>Support AI Ticket Management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148840"/>
            <a:ext cx="7178040" cy="2697480"/>
          </a:xfrm>
          <a:prstGeom prst="roundRect">
            <a:avLst/>
          </a:prstGeom>
          <a:solidFill>
            <a:srgbClr val="161E27"/>
          </a:solidFill>
          <a:ln>
            <a:solidFill>
              <a:srgbClr val="35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2468880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A6B5C2"/>
                </a:solidFill>
                <a:latin typeface="Aptos"/>
              </a:defRPr>
            </a:pPr>
            <a:r>
              <a:t>PROJECT 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88036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4F7FA"/>
                </a:solidFill>
                <a:latin typeface="Aptos"/>
              </a:defRPr>
            </a:pPr>
            <a:r>
              <a:t>Leela Lakshmi Sai Ram Nakka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456432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5D3B3"/>
                </a:solidFill>
                <a:latin typeface="Aptos"/>
              </a:defRPr>
            </a:pPr>
            <a:r>
              <a:t>B.Tech — Electronics and Communication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858768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A6B5C2"/>
                </a:solidFill>
                <a:latin typeface="Aptos"/>
              </a:defRPr>
            </a:pPr>
            <a:r>
              <a:t>Vishnu Institute of Technology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5166360"/>
            <a:ext cx="4617720" cy="310896"/>
          </a:xfrm>
          <a:prstGeom prst="roundRect">
            <a:avLst/>
          </a:prstGeom>
          <a:solidFill>
            <a:srgbClr val="1C2630"/>
          </a:solidFill>
          <a:ln>
            <a:solidFill>
              <a:srgbClr val="FF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5225796"/>
            <a:ext cx="46177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F7FA"/>
                </a:solidFill>
                <a:latin typeface="Aptos"/>
              </a:defRPr>
            </a:pPr>
            <a:r>
              <a:t>OLLAMA • AI AGENT • TICKETING •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6B5C2"/>
                </a:solidFill>
                <a:latin typeface="Aptos"/>
              </a:defRPr>
            </a:pPr>
            <a:r>
              <a:t>Project Presentation  •  August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35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A6B5C2"/>
                </a:solidFill>
                <a:latin typeface="Aptos"/>
              </a:defRPr>
            </a:pPr>
            <a:r>
              <a:t>SUPPORT AI TICKET MANAGEMENT AGENT  •  OLLAMA-POWERED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64922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FF994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AI Ticket Management Agent — Ollama</dc:title>
  <dc:subject>Ollama-powered AI support desk project presentation</dc:subject>
  <dc:creator>Leela Lakshmi Sai Ram Nakka</dc:creator>
  <cp:keywords>Ollama, Local LLM, AI Agent, Ticket Management, Support Desk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